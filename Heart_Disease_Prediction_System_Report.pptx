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78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9" r:id="rId25"/>
    <p:sldId id="277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Heart Disease Prediction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Graduation Project Presentation</a:t>
            </a:r>
          </a:p>
        </p:txBody>
      </p:sp>
      <p:pic>
        <p:nvPicPr>
          <p:cNvPr id="4" name="Picture 2" descr="Image result for al azhar logo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94125" y="575310"/>
            <a:ext cx="1555115" cy="1555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Project Members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l"/>
            <a:r>
              <a:rPr lang="ar-EG" altLang="en-US"/>
              <a:t>احمد حداقه عبد المطلب احمد</a:t>
            </a:r>
            <a:endParaRPr lang="ar-EG" altLang="en-US"/>
          </a:p>
          <a:p>
            <a:pPr algn="l"/>
            <a:r>
              <a:rPr lang="ar-EG" altLang="en-US">
                <a:sym typeface="+mn-ea"/>
              </a:rPr>
              <a:t>محمد عمر سيد حافظ</a:t>
            </a:r>
            <a:endParaRPr lang="ar-EG" altLang="en-US"/>
          </a:p>
          <a:p>
            <a:pPr algn="l"/>
            <a:r>
              <a:rPr lang="ar-EG" altLang="en-US"/>
              <a:t>احمد ساجد السيد علي</a:t>
            </a:r>
            <a:endParaRPr lang="ar-EG" altLang="en-US"/>
          </a:p>
          <a:p>
            <a:pPr algn="l"/>
            <a:r>
              <a:rPr lang="ar-EG" altLang="en-US"/>
              <a:t>رجب حسين عبد المجيد</a:t>
            </a:r>
            <a:endParaRPr lang="ar-EG" altLang="en-US"/>
          </a:p>
          <a:p>
            <a:pPr algn="l"/>
            <a:r>
              <a:rPr lang="ar-EG" altLang="en-US"/>
              <a:t>محمود عبد الرحيم محمود</a:t>
            </a:r>
            <a:endParaRPr lang="ar-EG" altLang="en-US"/>
          </a:p>
          <a:p>
            <a:pPr marL="0" indent="0" algn="l">
              <a:buNone/>
            </a:pPr>
            <a:endParaRPr lang="ar-EG" altLang="en-US"/>
          </a:p>
          <a:p>
            <a:pPr marL="0" indent="0" algn="l">
              <a:buNone/>
            </a:pPr>
            <a:r>
              <a:rPr lang="en-US" altLang="ar-EG" b="1"/>
              <a:t>Under supervison</a:t>
            </a:r>
            <a:r>
              <a:rPr lang="en-US" altLang="ar-EG"/>
              <a:t> : </a:t>
            </a:r>
            <a:r>
              <a:rPr lang="ar-EG" altLang="en-US"/>
              <a:t>د/علي عبدالرؤف حلاوه</a:t>
            </a:r>
            <a:r>
              <a:rPr lang="en-US" altLang="en-US"/>
              <a:t> 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ML-powered medical assistance system</a:t>
            </a:r>
          </a:p>
          <a:p>
            <a:r>
              <a:t>Predicts likelihood of heart disease</a:t>
            </a:r>
          </a:p>
          <a:p>
            <a:r>
              <a:t>Designed to support early risk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Heart disease is a leading global cause of death</a:t>
            </a:r>
          </a:p>
          <a:p>
            <a:r>
              <a:t>Early detection significantly improves outcomes</a:t>
            </a:r>
          </a:p>
          <a:p>
            <a:r>
              <a:t>Manual assessment can be slow or incomplete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88135"/>
            <a:ext cx="8229600" cy="4525963"/>
          </a:xfrm>
        </p:spPr>
        <p:txBody>
          <a:bodyPr/>
          <a:lstStyle/>
          <a:p>
            <a:r>
              <a:t>Provide fast, automated risk prediction</a:t>
            </a:r>
          </a:p>
          <a:p>
            <a:r>
              <a:t>Assist doctors with decision-making</a:t>
            </a:r>
          </a:p>
          <a:p>
            <a:r>
              <a:t>Offer user</a:t>
            </a:r>
            <a:r>
              <a:rPr lang="en-US"/>
              <a:t>-</a:t>
            </a:r>
            <a:r>
              <a:t>friendly interface for patient data</a:t>
            </a:r>
          </a:p>
          <a:p>
            <a:r>
              <a:t>Improve accuracy using machine 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frontend for UI</a:t>
            </a:r>
          </a:p>
          <a:p>
            <a:r>
              <a:t>Spring Boot backend for API &amp; business logic</a:t>
            </a:r>
          </a:p>
          <a:p>
            <a:r>
              <a:t>Machine learning module for prediction</a:t>
            </a:r>
          </a:p>
          <a:p>
            <a:r>
              <a:t>Database to store patient &amp; prediction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React, Axios, HTML, CSS</a:t>
            </a:r>
          </a:p>
          <a:p>
            <a:r>
              <a:t>Backend: Spring Boot, REST, Maven</a:t>
            </a:r>
          </a:p>
          <a:p>
            <a:r>
              <a:t>Machine Learning: Python, Scikit</a:t>
            </a:r>
            <a:r>
              <a:rPr lang="en-US"/>
              <a:t>-</a:t>
            </a:r>
            <a:r>
              <a:t>learn</a:t>
            </a:r>
          </a:p>
          <a:p>
            <a:r>
              <a:t>Database: MySQL</a:t>
            </a:r>
          </a:p>
          <a:p>
            <a:r>
              <a:t>Tools: Git, Postman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Clinical &amp; demographic features:</a:t>
            </a:r>
          </a:p>
          <a:p>
            <a:r>
              <a:t>• Age, Sex, Chest Pain Type</a:t>
            </a:r>
          </a:p>
          <a:p>
            <a:r>
              <a:t>• Blood pressure, Cholesterol</a:t>
            </a:r>
          </a:p>
          <a:p>
            <a:r>
              <a:t>• Fasting blood sugar, ECG results</a:t>
            </a:r>
          </a:p>
          <a:p>
            <a:r>
              <a:t>• Max heart rate, Exercise angina</a:t>
            </a:r>
          </a:p>
          <a:p>
            <a:r>
              <a:t>• ST depression, Thalassemia, Vessels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Handled missing values</a:t>
            </a:r>
          </a:p>
          <a:p>
            <a:r>
              <a:t>Normalized numerical features</a:t>
            </a:r>
          </a:p>
          <a:p>
            <a:r>
              <a:t>Encoded categorical fields</a:t>
            </a:r>
          </a:p>
          <a:p>
            <a:r>
              <a:t>Split dataset into training/testing sets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Tested multiple ML models:</a:t>
            </a:r>
          </a:p>
          <a:p>
            <a:r>
              <a:t>• Logistic Regression</a:t>
            </a:r>
          </a:p>
          <a:p>
            <a:r>
              <a:t>• Random Forest</a:t>
            </a:r>
          </a:p>
          <a:p>
            <a:r>
              <a:t>• Gradient Boosting</a:t>
            </a:r>
          </a:p>
          <a:p>
            <a:r>
              <a:t>Selected best model based on metrics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Accuracy, Precision, Recall</a:t>
            </a:r>
          </a:p>
          <a:p>
            <a:r>
              <a:t>F1-score</a:t>
            </a:r>
          </a:p>
          <a:p>
            <a:r>
              <a:t>Confusion Matrix analysis</a:t>
            </a:r>
          </a:p>
          <a:p>
            <a:r>
              <a:t>ROC-AUC to measure classification quality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UI → Spring Boot API → ML Engine → DB</a:t>
            </a:r>
            <a:r>
              <a:rPr lang="en-US"/>
              <a:t> </a:t>
            </a:r>
            <a:r>
              <a:rPr>
                <a:sym typeface="+mn-ea"/>
              </a:rPr>
              <a:t>→</a:t>
            </a:r>
            <a:r>
              <a:rPr lang="en-US">
                <a:sym typeface="+mn-ea"/>
              </a:rPr>
              <a:t> Display The Result</a:t>
            </a:r>
            <a:endParaRPr lang="en-US">
              <a:sym typeface="+mn-ea"/>
            </a:endParaRPr>
          </a:p>
          <a:p>
            <a:r>
              <a:t>Separate layers for scalability and security</a:t>
            </a:r>
          </a:p>
          <a:p>
            <a:r>
              <a:t>Clean communication through REST endpoints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 Boot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Controller layer handles API routes</a:t>
            </a:r>
          </a:p>
          <a:p>
            <a:r>
              <a:t>Service layer for business logic</a:t>
            </a:r>
          </a:p>
          <a:p>
            <a:r>
              <a:t>Repository layer for database operations</a:t>
            </a:r>
          </a:p>
          <a:p>
            <a:r>
              <a:t>Handles validation and data formatting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 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 /api/predict – submit patient data</a:t>
            </a:r>
          </a:p>
          <a:p>
            <a:r>
              <a:t>GET /api/patients – fetch saved records</a:t>
            </a:r>
          </a:p>
          <a:p>
            <a:r>
              <a:t>Structured JSON communication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patient input form</a:t>
            </a:r>
          </a:p>
          <a:p>
            <a:r>
              <a:t>Displays prediction and probability score</a:t>
            </a:r>
          </a:p>
          <a:p>
            <a:r>
              <a:t>Client-side validation</a:t>
            </a:r>
          </a:p>
          <a:p>
            <a:r>
              <a:t>Clean and simple modern UI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enters medical attributes in UI</a:t>
            </a:r>
          </a:p>
          <a:p>
            <a:r>
              <a:t>React sends request to Spring Boot API</a:t>
            </a:r>
          </a:p>
          <a:p>
            <a:r>
              <a:t>Backend forwards data to ML model</a:t>
            </a:r>
          </a:p>
          <a:p>
            <a:r>
              <a:t>Model returns prediction</a:t>
            </a:r>
          </a:p>
          <a:p>
            <a:r>
              <a:t>Frontend displays result to user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validation on client and server</a:t>
            </a:r>
          </a:p>
          <a:p>
            <a:r>
              <a:t>Basic API protection</a:t>
            </a:r>
          </a:p>
          <a:p>
            <a:r>
              <a:t>CORS configuration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Binary result: Heart disease (Yes/No)</a:t>
            </a:r>
          </a:p>
          <a:p>
            <a:r>
              <a:t>Risk probability score</a:t>
            </a:r>
          </a:p>
          <a:p>
            <a:r>
              <a:t>Clear visual representation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 unit tests using JUnit</a:t>
            </a:r>
          </a:p>
          <a:p>
            <a:r>
              <a:t>API testing with Postman</a:t>
            </a:r>
          </a:p>
          <a:p>
            <a:r>
              <a:t>Manual frontend flow testing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 deployment using Maven &amp; npm</a:t>
            </a:r>
          </a:p>
          <a:p>
            <a:r>
              <a:t>Can be deployed to cloud platforms</a:t>
            </a:r>
          </a:p>
          <a:p>
            <a:r>
              <a:t>Supports containerization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Accurate ML predictions</a:t>
            </a:r>
          </a:p>
          <a:p>
            <a:r>
              <a:t>Fast and responsive API</a:t>
            </a:r>
          </a:p>
          <a:p>
            <a:r>
              <a:t>User-friendly front-end interface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depends on dataset quality</a:t>
            </a:r>
          </a:p>
          <a:p>
            <a:r>
              <a:t>Not a medical diagnosis tool</a:t>
            </a:r>
          </a:p>
          <a:p>
            <a:r>
              <a:t>Future: deep learning, mobile app, larger dataset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Tasks Distribution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Ahmed hadaka &amp; Ragab Hussein are responsable of Developing the Backend.</a:t>
            </a:r>
            <a:endParaRPr lang="en-US"/>
          </a:p>
          <a:p>
            <a:endParaRPr lang="en-US"/>
          </a:p>
          <a:p>
            <a:r>
              <a:rPr lang="en-US"/>
              <a:t>Ahmed saged &amp; Muhammed omar are responsable of Developing the Frontend.</a:t>
            </a:r>
            <a:endParaRPr lang="en-US"/>
          </a:p>
          <a:p>
            <a:endParaRPr lang="en-US" altLang="en-US"/>
          </a:p>
          <a:p>
            <a:r>
              <a:rPr lang="en-US" altLang="en-US"/>
              <a:t>Mahmoud abdel Rahim is responsable of Developing the Machine Learning Model.</a:t>
            </a:r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system for early heart disease prediction</a:t>
            </a:r>
          </a:p>
          <a:p>
            <a:r>
              <a:t>Integrates ML with modern web frameworks</a:t>
            </a:r>
          </a:p>
          <a:p>
            <a:r>
              <a:t>Supports healthcare decision-making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3377</Words>
  <Application>WPS Presentation</Application>
  <PresentationFormat>On-screen Show (4:3)</PresentationFormat>
  <Paragraphs>163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Heart Disease Prediction System</vt:lpstr>
      <vt:lpstr>Project Members</vt:lpstr>
      <vt:lpstr>Introduction</vt:lpstr>
      <vt:lpstr>Problem Statement</vt:lpstr>
      <vt:lpstr>Project Objectives</vt:lpstr>
      <vt:lpstr>System Overview</vt:lpstr>
      <vt:lpstr>Technology Stack</vt:lpstr>
      <vt:lpstr>Dataset Description</vt:lpstr>
      <vt:lpstr>Feature Engineering &amp; Preprocessing</vt:lpstr>
      <vt:lpstr>Model Selection</vt:lpstr>
      <vt:lpstr>Model Evaluation</vt:lpstr>
      <vt:lpstr>System Architecture</vt:lpstr>
      <vt:lpstr>Spring Boot Backend</vt:lpstr>
      <vt:lpstr>REST API Endpoints</vt:lpstr>
      <vt:lpstr>React Frontend</vt:lpstr>
      <vt:lpstr>System Workflow</vt:lpstr>
      <vt:lpstr>Security &amp; Validation</vt:lpstr>
      <vt:lpstr>Prediction Output</vt:lpstr>
      <vt:lpstr>Testing Strategy</vt:lpstr>
      <vt:lpstr>Deployment</vt:lpstr>
      <vt:lpstr>Results</vt:lpstr>
      <vt:lpstr>Limitations &amp; Future Enhancements</vt:lpstr>
      <vt:lpstr>Tasks Distribution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mf</cp:lastModifiedBy>
  <cp:revision>4</cp:revision>
  <dcterms:created xsi:type="dcterms:W3CDTF">2013-01-27T09:14:00Z</dcterms:created>
  <dcterms:modified xsi:type="dcterms:W3CDTF">2026-01-20T14:16:33Z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648DBDAFA7ED4FA1B67E211E86F8D93A_12</vt:lpwstr>
  </property>
  <property fmtid="{D5CDD505-2E9C-101B-9397-08002B2CF9AE}" pid="3" name="KSOProductBuildVer">
    <vt:lpwstr>1033-12.2.0.23196</vt:lpwstr>
  </property>
</Properties>
</file>